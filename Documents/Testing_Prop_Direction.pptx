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5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4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81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3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0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1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6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1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76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5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30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050C3-231C-8764-22D1-3C1978A497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3A813-A645-5114-CEF2-753F69F40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dirty="0"/>
              <a:t>Testing </a:t>
            </a:r>
            <a:r>
              <a:rPr lang="en-US" sz="5100"/>
              <a:t>Prop Directions</a:t>
            </a:r>
            <a:br>
              <a:rPr lang="en-US" sz="5100" dirty="0"/>
            </a:br>
            <a:r>
              <a:rPr lang="en-US" sz="5100" dirty="0"/>
              <a:t>[Instructor Edition]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166EE-4649-B973-DE66-20BBFBCF8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r>
              <a:rPr lang="en-US" sz="2200"/>
              <a:t>July 01, 2025</a:t>
            </a:r>
          </a:p>
        </p:txBody>
      </p:sp>
    </p:spTree>
    <p:extLst>
      <p:ext uri="{BB962C8B-B14F-4D97-AF65-F5344CB8AC3E}">
        <p14:creationId xmlns:p14="http://schemas.microsoft.com/office/powerpoint/2010/main" val="763179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E1BB-E1F2-ECFD-D960-DD6C7D08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Propeller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AB164-E88C-15FB-2A08-0027F8DE3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NO PROPELLERS ARE ATTACHED TO ANY MOTORS!!!</a:t>
            </a:r>
          </a:p>
          <a:p>
            <a:pPr lvl="1"/>
            <a:r>
              <a:rPr lang="en-US" dirty="0"/>
              <a:t>FAILURE TO DO SO WILL RESULT IN INJURY OF PEOPLE AROUND YOU!!!</a:t>
            </a:r>
          </a:p>
          <a:p>
            <a:r>
              <a:rPr lang="en-US" dirty="0"/>
              <a:t>After making sure that NO propellers are attached, connect the flight battery to the drone. You should hear the buzzer play a tune and the motors also buzz three times, with a fourth long buzz</a:t>
            </a:r>
          </a:p>
          <a:p>
            <a:r>
              <a:rPr lang="en-US" dirty="0"/>
              <a:t>Plug in the computer telemetry unit, run </a:t>
            </a:r>
            <a:r>
              <a:rPr lang="en-US" dirty="0" err="1"/>
              <a:t>QGround</a:t>
            </a:r>
            <a:r>
              <a:rPr lang="en-US" dirty="0"/>
              <a:t> Control, and wait for the connection to the drone</a:t>
            </a:r>
          </a:p>
        </p:txBody>
      </p:sp>
    </p:spTree>
    <p:extLst>
      <p:ext uri="{BB962C8B-B14F-4D97-AF65-F5344CB8AC3E}">
        <p14:creationId xmlns:p14="http://schemas.microsoft.com/office/powerpoint/2010/main" val="208421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0E760-8933-BA9F-9D20-F22B817F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88E3-B927-9D73-18E7-22318F92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Propeller Directions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6890A-B4E3-C398-1604-A2B959CD5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Navigate to the QGC icon on the top left corner of the screen, then Vehicle Setup. You should see the screen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A865E-F9A9-183C-8512-85BC65FB6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3098734"/>
            <a:ext cx="6555867" cy="35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1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0984-3261-1F47-CAF7-52E0B57C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ADCA-955C-7990-C7B4-D5E33FF47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Propeller Directions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7B9E5-FCC2-64B3-91A4-E6DA9C2D8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 to the Motors tab, and you should see this screen</a:t>
            </a:r>
          </a:p>
          <a:p>
            <a:r>
              <a:rPr lang="en-US" dirty="0"/>
              <a:t>Click the switch to confirm that there</a:t>
            </a:r>
            <a:br>
              <a:rPr lang="en-US" dirty="0"/>
            </a:br>
            <a:r>
              <a:rPr lang="en-US" dirty="0"/>
              <a:t>are no propellers on the vehicle</a:t>
            </a:r>
            <a:br>
              <a:rPr lang="en-US" dirty="0"/>
            </a:br>
            <a:r>
              <a:rPr lang="en-US" dirty="0"/>
              <a:t>(RIGHT?)</a:t>
            </a:r>
          </a:p>
          <a:p>
            <a:r>
              <a:rPr lang="en-US" dirty="0"/>
              <a:t>Bring up the slider of each motor one</a:t>
            </a:r>
            <a:br>
              <a:rPr lang="en-US" dirty="0"/>
            </a:br>
            <a:r>
              <a:rPr lang="en-US" dirty="0"/>
              <a:t>at a time, making sure that the motor</a:t>
            </a:r>
            <a:br>
              <a:rPr lang="en-US" dirty="0"/>
            </a:br>
            <a:r>
              <a:rPr lang="en-US" dirty="0"/>
              <a:t>is spinning in the right direction. Use</a:t>
            </a:r>
            <a:br>
              <a:rPr lang="en-US" dirty="0"/>
            </a:br>
            <a:r>
              <a:rPr lang="en-US" dirty="0"/>
              <a:t>the chart on the following slide as </a:t>
            </a:r>
            <a:br>
              <a:rPr lang="en-US" dirty="0"/>
            </a:br>
            <a:r>
              <a:rPr lang="en-US" dirty="0"/>
              <a:t>reference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7C16F5-0703-6A8B-7B6C-FE285AF30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3083041"/>
            <a:ext cx="6743700" cy="36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8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37FC-8E28-83C8-AA7C-7798C3B0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Propeller Directions (continued)</a:t>
            </a:r>
          </a:p>
        </p:txBody>
      </p:sp>
      <p:pic>
        <p:nvPicPr>
          <p:cNvPr id="1026" name="Picture 2" descr="APM/Pixhawk飞控电机序号汇总 - 怒飞垂云 | 无人机知识库">
            <a:extLst>
              <a:ext uri="{FF2B5EF4-FFF2-40B4-BE49-F238E27FC236}">
                <a16:creationId xmlns:a16="http://schemas.microsoft.com/office/drawing/2014/main" id="{74692B40-C2F0-1A97-5E1E-AB415E5D72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89"/>
          <a:stretch>
            <a:fillRect/>
          </a:stretch>
        </p:blipFill>
        <p:spPr bwMode="auto">
          <a:xfrm>
            <a:off x="6046787" y="2573656"/>
            <a:ext cx="3984625" cy="376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E393B4-4720-864F-0479-600FE4A5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5406707" cy="3709813"/>
          </a:xfrm>
        </p:spPr>
        <p:txBody>
          <a:bodyPr>
            <a:normAutofit/>
          </a:bodyPr>
          <a:lstStyle/>
          <a:p>
            <a:r>
              <a:rPr lang="en-US" dirty="0"/>
              <a:t>Pixhawk Facing Up (Arrow Pointing Up</a:t>
            </a:r>
          </a:p>
          <a:p>
            <a:r>
              <a:rPr lang="en-US" dirty="0"/>
              <a:t>If a motor isn’t spinning the correct way, take any two of the three motor wires out of the ESC and swap them</a:t>
            </a:r>
          </a:p>
        </p:txBody>
      </p:sp>
    </p:spTree>
    <p:extLst>
      <p:ext uri="{BB962C8B-B14F-4D97-AF65-F5344CB8AC3E}">
        <p14:creationId xmlns:p14="http://schemas.microsoft.com/office/powerpoint/2010/main" val="177146213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235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Grandview Display</vt:lpstr>
      <vt:lpstr>Neue Haas Grotesk Text Pro</vt:lpstr>
      <vt:lpstr>DashVTI</vt:lpstr>
      <vt:lpstr>Testing Prop Directions [Instructor Edition]</vt:lpstr>
      <vt:lpstr>Testing Propeller Directions</vt:lpstr>
      <vt:lpstr>Testing Propeller Directions (continued)</vt:lpstr>
      <vt:lpstr>Testing Propeller Directions (continued)</vt:lpstr>
      <vt:lpstr>Testing Propeller Directions (continued)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Karwal</dc:creator>
  <cp:lastModifiedBy>Yash Karwal</cp:lastModifiedBy>
  <cp:revision>24</cp:revision>
  <dcterms:created xsi:type="dcterms:W3CDTF">2025-07-01T17:42:21Z</dcterms:created>
  <dcterms:modified xsi:type="dcterms:W3CDTF">2025-07-06T20:35:43Z</dcterms:modified>
</cp:coreProperties>
</file>